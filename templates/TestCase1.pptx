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9"/>
  </p:sldMasterIdLst>
  <p:notesMasterIdLst>
    <p:notesMasterId r:id="rId25"/>
  </p:notesMasterIdLst>
  <p:handoutMasterIdLst>
    <p:handoutMasterId r:id="rId26"/>
  </p:handoutMasterIdLst>
  <p:sldIdLst>
    <p:sldId id="256" r:id="rId20"/>
    <p:sldId id="261" r:id="rId21"/>
    <p:sldId id="258" r:id="rId22"/>
    <p:sldId id="262" r:id="rId23"/>
    <p:sldId id="260" r:id="rId24"/>
  </p:sldIdLst>
  <p:sldSz cx="12192000" cy="6858000"/>
  <p:notesSz cx="6858000" cy="9144000"/>
  <p:custDataLst>
    <p:custData r:id="rId8"/>
    <p:custData r:id="rId5"/>
    <p:custData r:id="rId12"/>
    <p:custData r:id="rId11"/>
    <p:custData r:id="rId18"/>
    <p:custData r:id="rId15"/>
    <p:custData r:id="rId9"/>
    <p:custData r:id="rId17"/>
    <p:custData r:id="rId10"/>
    <p:custData r:id="rId13"/>
    <p:custData r:id="rId16"/>
    <p:custData r:id="rId6"/>
    <p:custData r:id="rId14"/>
    <p:custData r:id="rId7"/>
    <p:custData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62B8F-59BF-4FAF-BC4F-25E502E9738B}" v="592" dt="2026-07-13T16:24:38.1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64" d="100"/>
          <a:sy n="64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2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5.xml"/><Relationship Id="rId32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1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vika Shahi" userId="b5000f3f-4c79-4b4d-8fd4-292052c3842c" providerId="ADAL" clId="{450D4342-51AF-4129-9704-01F78382A6EA}"/>
    <pc:docChg chg="undo custSel modSld">
      <pc:chgData name="Malvika Shahi" userId="b5000f3f-4c79-4b4d-8fd4-292052c3842c" providerId="ADAL" clId="{450D4342-51AF-4129-9704-01F78382A6EA}" dt="2026-07-13T16:24:35.493" v="366" actId="962"/>
      <pc:docMkLst>
        <pc:docMk/>
      </pc:docMkLst>
      <pc:sldChg chg="modSp mod">
        <pc:chgData name="Malvika Shahi" userId="b5000f3f-4c79-4b4d-8fd4-292052c3842c" providerId="ADAL" clId="{450D4342-51AF-4129-9704-01F78382A6EA}" dt="2026-07-13T15:14:53.538" v="363" actId="20577"/>
        <pc:sldMkLst>
          <pc:docMk/>
          <pc:sldMk cId="1487700712" sldId="256"/>
        </pc:sldMkLst>
        <pc:spChg chg="mod">
          <ac:chgData name="Malvika Shahi" userId="b5000f3f-4c79-4b4d-8fd4-292052c3842c" providerId="ADAL" clId="{450D4342-51AF-4129-9704-01F78382A6EA}" dt="2026-07-13T15:14:49.706" v="351" actId="20577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Malvika Shahi" userId="b5000f3f-4c79-4b4d-8fd4-292052c3842c" providerId="ADAL" clId="{450D4342-51AF-4129-9704-01F78382A6EA}" dt="2026-07-13T15:14:53.538" v="363" actId="20577"/>
          <ac:spMkLst>
            <pc:docMk/>
            <pc:sldMk cId="1487700712" sldId="256"/>
            <ac:spMk id="3" creationId="{48B6CF59-4E5B-494D-A2F7-97ADD01E6497}"/>
          </ac:spMkLst>
        </pc:spChg>
      </pc:sldChg>
      <pc:sldChg chg="modSp">
        <pc:chgData name="Malvika Shahi" userId="b5000f3f-4c79-4b4d-8fd4-292052c3842c" providerId="ADAL" clId="{450D4342-51AF-4129-9704-01F78382A6EA}" dt="2026-07-13T16:24:20.594" v="365" actId="962"/>
        <pc:sldMkLst>
          <pc:docMk/>
          <pc:sldMk cId="497607547" sldId="258"/>
        </pc:sldMkLst>
        <pc:graphicFrameChg chg="mod">
          <ac:chgData name="Malvika Shahi" userId="b5000f3f-4c79-4b4d-8fd4-292052c3842c" providerId="ADAL" clId="{450D4342-51AF-4129-9704-01F78382A6EA}" dt="2026-07-13T16:24:09.449" v="364" actId="962"/>
          <ac:graphicFrameMkLst>
            <pc:docMk/>
            <pc:sldMk cId="497607547" sldId="258"/>
            <ac:graphicFrameMk id="7" creationId="{68867BDA-C370-219A-09DD-A5F3BAF33C1B}"/>
          </ac:graphicFrameMkLst>
        </pc:graphicFrameChg>
        <pc:graphicFrameChg chg="mod">
          <ac:chgData name="Malvika Shahi" userId="b5000f3f-4c79-4b4d-8fd4-292052c3842c" providerId="ADAL" clId="{450D4342-51AF-4129-9704-01F78382A6EA}" dt="2026-07-13T16:24:20.594" v="365" actId="962"/>
          <ac:graphicFrameMkLst>
            <pc:docMk/>
            <pc:sldMk cId="497607547" sldId="258"/>
            <ac:graphicFrameMk id="13" creationId="{4034F1A0-79A8-7B15-9F7D-6F4BF0CBCA83}"/>
          </ac:graphicFrameMkLst>
        </pc:graphicFrameChg>
      </pc:sldChg>
      <pc:sldChg chg="addSp delSp modSp mod">
        <pc:chgData name="Malvika Shahi" userId="b5000f3f-4c79-4b4d-8fd4-292052c3842c" providerId="ADAL" clId="{450D4342-51AF-4129-9704-01F78382A6EA}" dt="2026-07-13T16:24:35.493" v="366" actId="962"/>
        <pc:sldMkLst>
          <pc:docMk/>
          <pc:sldMk cId="4241616865" sldId="262"/>
        </pc:sldMkLst>
        <pc:spChg chg="add del mod">
          <ac:chgData name="Malvika Shahi" userId="b5000f3f-4c79-4b4d-8fd4-292052c3842c" providerId="ADAL" clId="{450D4342-51AF-4129-9704-01F78382A6EA}" dt="2026-07-13T14:48:19.046" v="47" actId="478"/>
          <ac:spMkLst>
            <pc:docMk/>
            <pc:sldMk cId="4241616865" sldId="262"/>
            <ac:spMk id="4" creationId="{74D42D57-1DBF-8A1E-8196-E9BD9C2A6ACC}"/>
          </ac:spMkLst>
        </pc:spChg>
        <pc:graphicFrameChg chg="del modGraphic">
          <ac:chgData name="Malvika Shahi" userId="b5000f3f-4c79-4b4d-8fd4-292052c3842c" providerId="ADAL" clId="{450D4342-51AF-4129-9704-01F78382A6EA}" dt="2026-07-13T14:48:12.165" v="30" actId="478"/>
          <ac:graphicFrameMkLst>
            <pc:docMk/>
            <pc:sldMk cId="4241616865" sldId="262"/>
            <ac:graphicFrameMk id="6" creationId="{7439D372-2563-0F83-384B-09FCD9BA46F8}"/>
          </ac:graphicFrameMkLst>
        </pc:graphicFrameChg>
        <pc:graphicFrameChg chg="mod modGraphic">
          <ac:chgData name="Malvika Shahi" userId="b5000f3f-4c79-4b4d-8fd4-292052c3842c" providerId="ADAL" clId="{450D4342-51AF-4129-9704-01F78382A6EA}" dt="2026-07-13T16:24:35.493" v="366" actId="962"/>
          <ac:graphicFrameMkLst>
            <pc:docMk/>
            <pc:sldMk cId="4241616865" sldId="262"/>
            <ac:graphicFrameMk id="7" creationId="{7AFE1F1F-A486-43AA-39B5-50C6DC469CE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BarChart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[[Category]]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6-47A4-978A-06C5388655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[[Category]]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26-47A4-978A-06C5388655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[[Category]]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26-47A4-978A-06C538865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3912687"/>
        <c:axId val="683910767"/>
      </c:barChart>
      <c:catAx>
        <c:axId val="683912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10767"/>
        <c:crosses val="autoZero"/>
        <c:auto val="1"/>
        <c:lblAlgn val="ctr"/>
        <c:lblOffset val="100"/>
        <c:noMultiLvlLbl val="0"/>
      </c:catAx>
      <c:valAx>
        <c:axId val="683910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1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PieChart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{{Pie Heading}}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993-43A5-A22D-BC79B64A40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993-43A5-A22D-BC79B64A40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993-43A5-A22D-BC79B64A40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993-43A5-A22D-BC79B64A4025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7-4769-9030-2CE7A6E8B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Network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Satellite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Network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Satellite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Link</a:t>
          </a:r>
        </a:p>
      </dsp:txBody>
      <dsp:txXfrm>
        <a:off x="7628474" y="2746269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56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2E77-467B-E984-E72C-0356548F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BE6F1-D154-80CC-0551-F78521EBB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234F0-E73C-71DE-9B45-CB585B48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CBFC5-48A5-FBC7-BB68-E7DCFEEFA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551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{{Note}}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87836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Competitive Landscape</a:t>
            </a:r>
          </a:p>
        </p:txBody>
      </p:sp>
      <p:graphicFrame>
        <p:nvGraphicFramePr>
          <p:cNvPr id="7" name="chart_portfolio_summary">
            <a:extLst>
              <a:ext uri="{FF2B5EF4-FFF2-40B4-BE49-F238E27FC236}">
                <a16:creationId xmlns:a16="http://schemas.microsoft.com/office/drawing/2014/main" id="{68867BDA-C370-219A-09DD-A5F3BAF33C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7538467"/>
              </p:ext>
            </p:extLst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_portfolio_distribution">
            <a:extLst>
              <a:ext uri="{FF2B5EF4-FFF2-40B4-BE49-F238E27FC236}">
                <a16:creationId xmlns:a16="http://schemas.microsoft.com/office/drawing/2014/main" id="{4034F1A0-79A8-7B15-9F7D-6F4BF0CBCA8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6764575"/>
              </p:ext>
            </p:extLst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F7D6-51A1-6321-953E-F6630E60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7DC3-C0B9-CF9C-7F80-A4E91B9D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7" name="table_portfolio_summary">
            <a:extLst>
              <a:ext uri="{FF2B5EF4-FFF2-40B4-BE49-F238E27FC236}">
                <a16:creationId xmlns:a16="http://schemas.microsoft.com/office/drawing/2014/main" id="{7AFE1F1F-A486-43AA-39B5-50C6DC469C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886849"/>
              </p:ext>
            </p:extLst>
          </p:nvPr>
        </p:nvGraphicFramePr>
        <p:xfrm>
          <a:off x="461269" y="1848146"/>
          <a:ext cx="1092468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562">
                  <a:extLst>
                    <a:ext uri="{9D8B030D-6E8A-4147-A177-3AD203B41FA5}">
                      <a16:colId xmlns:a16="http://schemas.microsoft.com/office/drawing/2014/main" val="3354230315"/>
                    </a:ext>
                  </a:extLst>
                </a:gridCol>
                <a:gridCol w="3641562">
                  <a:extLst>
                    <a:ext uri="{9D8B030D-6E8A-4147-A177-3AD203B41FA5}">
                      <a16:colId xmlns:a16="http://schemas.microsoft.com/office/drawing/2014/main" val="2875037554"/>
                    </a:ext>
                  </a:extLst>
                </a:gridCol>
                <a:gridCol w="3641562">
                  <a:extLst>
                    <a:ext uri="{9D8B030D-6E8A-4147-A177-3AD203B41FA5}">
                      <a16:colId xmlns:a16="http://schemas.microsoft.com/office/drawing/2014/main" val="1154211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Portfolio_Code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Holding_Count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Total_Weight</a:t>
                      </a: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4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695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55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2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381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44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61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64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16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0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797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61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someone@example.com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AllExternalAdhocVariableMappings/>
</file>

<file path=customXml/item5.xml><?xml version="1.0" encoding="utf-8"?>
<VariableListDefinition name="AD_HOC" displayName="AD_HOC" id="3982d1d9-c3f8-4b02-b67e-9ee50a167d04" isdomainofvalue="False" dataSourceId="e2898db3-7526-45ae-9e02-529d8583b889">
  <Variable name="Name" type="STRING" dataFieldId="3606f1c7-d97b-4ec1-9675-6b82f00a637c"/>
  <Variable name="ID" type="STRING" dataFieldId="4924e63c-041e-4dcb-a76a-bb773a96d53b"/>
  <Variable name="Date" type="STRING" dataFieldId="90f0ba12-1753-4a08-a390-26845478ad2e"/>
  <Variable name="Amount" type="STRING" dataFieldId="95aaf343-a8b3-4487-a087-d90fbf6e65bb"/>
  <Variable name="Remarks" type="STRING" dataFieldId="ae232d1f-77ed-4351-bb28-9738f24f43a8"/>
  <Variable name="I" type="STRING" dataFieldId="e428ae48-b2ca-48fd-a5e5-2741fd66a52f"/>
  <Variable name="Time" type="STRING" dataFieldId="9f48bade-cadd-41b0-9ac4-a482c49254cb"/>
  <Variable name="Place" type="STRING" dataFieldId="2c6cdb9c-63e1-4888-bc63-9744163875d5"/>
</VariableListDefinition>
</file>

<file path=customXml/item6.xml><?xml version="1.0" encoding="utf-8"?>
<DataSourceInfo>
  <Id>2311a295-295d-4e56-b535-bdffc37806eb</Id>
  <MajorVersion>0</MajorVersion>
  <MinorVersion>1</MinorVersion>
  <DataSourceType>Expression</DataSourceType>
  <Name>Computed</Name>
  <Description/>
  <Filter/>
  <DataFields/>
</DataSourceInfo>
</file>

<file path=customXml/item7.xml><?xml version="1.0" encoding="utf-8"?>
<VariableListDefinition name="System" displayName="System" id="cb11835c-9d2e-443a-90d1-c793bd856fc0" isdomainofvalue="False" dataSourceId="b607247a-e7da-4081-9330-290791ab11cd"/>
</file>

<file path=customXml/item8.xml><?xml version="1.0" encoding="utf-8"?>
<VariableList UniqueId="3982d1d9-c3f8-4b02-b67e-9ee50a167d04" Name="AD_HOC" ContentType="XML" MajorVersion="0" MinorVersion="1" isLocalCopy="False" IsBaseObject="False" DataSourceId="e2898db3-7526-45ae-9e02-529d8583b889" DataSourceMajorVersion="0" DataSourceMinorVersion="1"/>
</file>

<file path=customXml/item9.xml><?xml version="1.0" encoding="utf-8"?>
<DataSourceMapping>
  <Id>e008e012-7961-4323-a152-33229eb0770b</Id>
  <Name>AD_HOC_MAPPING</Name>
  <TargetDataSource>e2898db3-7526-45ae-9e02-529d8583b889</TargetDataSource>
  <SourceType>XML File</SourceType>
  <IsReadOnly>false</IsReadOnly>
  <SalesforceOrganizationId>00000000-0000-0000-0000-000000000000</SalesforceOrganizationId>
  <SalesforceOrganizationName/>
  <SalesforceApiVersion/>
  <Properties>
    <Property Name="RecordSeperator" Value="SampleData/DataRecord"/>
  </Properties>
  <RawMappings>
    <RawMapping DataFieldId="3606f1c7-d97b-4ec1-9675-6b82f00a637c" Mapping="DataRecord/Name"/>
    <RawMapping DataFieldId="4924e63c-041e-4dcb-a76a-bb773a96d53b" Mapping="DataRecord/ID"/>
    <RawMapping DataFieldId="90f0ba12-1753-4a08-a390-26845478ad2e" Mapping="DataRecord/Date"/>
    <RawMapping DataFieldId="95aaf343-a8b3-4487-a087-d90fbf6e65bb" Mapping="DataRecord/Amount"/>
    <RawMapping DataFieldId="ae232d1f-77ed-4351-bb28-9738f24f43a8" Mapping="DataRecord/Remarks"/>
    <RawMapping DataFieldId="e428ae48-b2ca-48fd-a5e5-2741fd66a52f" Mapping="DataRecord/I"/>
    <RawMapping DataFieldId="9f48bade-cadd-41b0-9ac4-a482c49254cb" Mapping="DataRecord/Time"/>
    <RawMapping DataFieldId="2c6cdb9c-63e1-4888-bc63-9744163875d5" Mapping="DataRecord/Place"/>
  </RawMappings>
  <DesignTimeProperties/>
</DataSourceMapping>
</file>

<file path=customXml/item10.xml><?xml version="1.0" encoding="utf-8"?>
<VariableListDefinition name="Computed" displayName="Computed" id="12f6feb4-d76a-44a6-8541-7c46894168f8" isdomainofvalue="False" dataSourceId="2311a295-295d-4e56-b535-bdffc37806eb"/>
</file>

<file path=customXml/item11.xml><?xml version="1.0" encoding="utf-8"?>
<DataSourceMapping>
  <Id>ac75736b-349f-4029-b665-913db3ca4f6e</Id>
  <Name>EXPRESSION_VARIABLE_MAPPING</Name>
  <TargetDataSource>b607247a-e7da-4081-9330-290791ab11cd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2.xml><?xml version="1.0" encoding="utf-8"?>
<DataSourceMapping>
  <Id>94372491-d7d4-4f80-ad19-682ba2d73f01</Id>
  <Name>EXPRESSION_VARIABLE_MAPPING</Name>
  <TargetDataSource>2311a295-295d-4e56-b535-bdffc37806eb</TargetDataSource>
  <SourceType>XML File</SourceType>
  <IsReadOnly>false</IsReadOnly>
  <SalesforceOrganizationId>00000000-0000-0000-0000-000000000000</SalesforceOrganizationId>
  <SalesforceOrganizationName/>
  <SalesforceApiVersion/>
  <Properties/>
  <RawMappings/>
  <DesignTimeProperties/>
</DataSourceMapping>
</file>

<file path=customXml/item13.xml><?xml version="1.0" encoding="utf-8"?>
<VariableList UniqueId="12f6feb4-d76a-44a6-8541-7c46894168f8" Name="Computed" ContentType="XML" MajorVersion="0" MinorVersion="1" isLocalCopy="False" IsBaseObject="False" DataSourceId="2311a295-295d-4e56-b535-bdffc37806eb" DataSourceMajorVersion="0" DataSourceMinorVersion="1"/>
</file>

<file path=customXml/item14.xml><?xml version="1.0" encoding="utf-8"?>
<VariableListCustXmlRels>
  <VariableListCustXmlRel variableListName="AD_HOC">
    <VariableListDefCustXmlId>{5D3481DC-9DDC-4F49-A2E1-9EBDFE3B2EC9}</VariableListDefCustXmlId>
    <LibraryMetadataCustXmlId>{23161D8C-66EE-4E13-8BB9-085E7D5FB471}</LibraryMetadataCustXmlId>
    <DataSourceInfoCustXmlId>{72DF2C5D-B36B-46DB-944A-9ABB491F1AE9}</DataSourceInfoCustXmlId>
    <DataSourceMappingCustXmlId>{0BA25E00-347A-47BD-B41A-AE3233A54933}</DataSourceMappingCustXmlId>
    <SdmcCustXmlId>{04D23B8B-F787-42A6-826A-A23685FD722F}</SdmcCustXmlId>
  </VariableListCustXmlRel>
  <VariableListCustXmlRel variableListName="Computed">
    <VariableListDefCustXmlId>{91DBBF60-DFC1-4210-9B49-A158A327A9AA}</VariableListDefCustXmlId>
    <LibraryMetadataCustXmlId>{5F68C4CF-8A47-42D2-A8AF-D78B8EE1366A}</LibraryMetadataCustXmlId>
    <DataSourceInfoCustXmlId>{2787D297-F4A9-4F4F-A0DC-64E0327EC3DD}</DataSourceInfoCustXmlId>
    <DataSourceMappingCustXmlId>{396AB8C1-B9BA-4214-8929-04C5F09E1EF5}</DataSourceMappingCustXmlId>
  </VariableListCustXmlRel>
  <VariableListCustXmlRel variableListName="System">
    <VariableListDefCustXmlId>{9CE3624A-F2C2-49FF-972D-65424A45BA23}</VariableListDefCustXmlId>
    <LibraryMetadataCustXmlId>{736B4350-4695-48C9-ABBD-04A9183CC854}</LibraryMetadataCustXmlId>
    <DataSourceInfoCustXmlId>{370DB614-0854-4C7A-810B-24698BD3799F}</DataSourceInfoCustXmlId>
    <DataSourceMappingCustXmlId>{9FFAFBF7-75C1-4CC2-885F-DC969969CEC4}</DataSourceMappingCustXmlId>
  </VariableListCustXmlRel>
</VariableListCustXmlRels>
</file>

<file path=customXml/item15.xml><?xml version="1.0" encoding="utf-8"?>
<VariableList UniqueId="cb11835c-9d2e-443a-90d1-c793bd856fc0" Name="System" ContentType="XML" MajorVersion="0" MinorVersion="1" isLocalCopy="False" IsBaseObject="False" DataSourceId="b607247a-e7da-4081-9330-290791ab11cd" DataSourceMajorVersion="0" DataSourceMinorVersion="1"/>
</file>

<file path=customXml/item16.xml><?xml version="1.0" encoding="utf-8"?>
<DataSourceInfo>
  <Id>e2898db3-7526-45ae-9e02-529d8583b889</Id>
  <MajorVersion>0</MajorVersion>
  <MinorVersion>1</MinorVersion>
  <DataSourceType>Ad_Hoc</DataSourceType>
  <Name>AD_HOC</Name>
  <Description/>
  <Filter/>
  <DataFields>
    <FieldInfo>
      <Id>3606f1c7-d97b-4ec1-9675-6b82f00a637c</Id>
      <Name>Name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Name</OriginalName>
      <ValidationMessage/>
    </FieldInfo>
    <FieldInfo>
      <Id>4924e63c-041e-4dcb-a76a-bb773a96d53b</Id>
      <Name>ID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ID</OriginalName>
      <ValidationMessage/>
    </FieldInfo>
    <FieldInfo>
      <Id>90f0ba12-1753-4a08-a390-26845478ad2e</Id>
      <Name>Date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Date</OriginalName>
      <ValidationMessage/>
    </FieldInfo>
    <FieldInfo>
      <Id>95aaf343-a8b3-4487-a087-d90fbf6e65bb</Id>
      <Name>Amount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Amount</OriginalName>
      <ValidationMessage/>
    </FieldInfo>
    <FieldInfo>
      <Id>ae232d1f-77ed-4351-bb28-9738f24f43a8</Id>
      <Name>Remarks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Remarks</OriginalName>
      <ValidationMessage/>
    </FieldInfo>
    <FieldInfo>
      <Id>e428ae48-b2ca-48fd-a5e5-2741fd66a52f</Id>
      <Name>I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I</OriginalName>
      <ValidationMessage/>
    </FieldInfo>
    <FieldInfo>
      <Id>9f48bade-cadd-41b0-9ac4-a482c49254cb</Id>
      <Name>Time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Time</OriginalName>
      <ValidationMessage/>
    </FieldInfo>
    <FieldInfo>
      <Id>2c6cdb9c-63e1-4888-bc63-9744163875d5</Id>
      <Name>Place</Name>
      <Description/>
      <ExpressionString/>
      <FieldType>System.String</FieldType>
      <Filter/>
      <DefaultValue/>
      <IsInputParameter>false</IsInputParameter>
      <IsInputMultipleValues>false</IsInputMultipleValues>
      <IncludeInRecordSelector>true</IncludeInRecordSelector>
      <IsRepeating>false</IsRepeating>
      <IsKeyField>false</IsKeyField>
      <Required>false</Required>
      <NativeSourceType>String</NativeSourceType>
      <MaxLength>0</MaxLength>
      <DynamicDomainOfValueSourceId/>
      <TrimEmptyRows>false</TrimEmptyRows>
      <CanIncludeInModel>true</CanIncludeInModel>
      <IncludeInModel>true</IncludeInModel>
      <IsPartial>false</IsPartial>
      <IsValid>true</IsValid>
      <NativeFieldMapping/>
      <OriginalName>Place</OriginalName>
      <ValidationMessage/>
    </FieldInfo>
  </DataFields>
</DataSourceInfo>
</file>

<file path=customXml/item17.xml><?xml version="1.0" encoding="utf-8"?>
<SourceDataModel Name="AD_HOC" TargetDataSourceId="e2898db3-7526-45ae-9e02-529d8583b889"/>
</file>

<file path=customXml/item18.xml><?xml version="1.0" encoding="utf-8"?>
<DataSourceInfo>
  <Id>b607247a-e7da-4081-9330-290791ab11cd</Id>
  <MajorVersion>0</MajorVersion>
  <MinorVersion>1</MinorVersion>
  <DataSourceType>System</DataSourceType>
  <Name>System</Name>
  <Description/>
  <Filter/>
  <DataFields/>
</DataSourceInfo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0542D53-05D9-4765-8FAC-356048733AA4}">
  <ds:schemaRefs/>
</ds:datastoreItem>
</file>

<file path=customXml/itemProps5.xml><?xml version="1.0" encoding="utf-8"?>
<ds:datastoreItem xmlns:ds="http://schemas.openxmlformats.org/officeDocument/2006/customXml" ds:itemID="{5D3481DC-9DDC-4F49-A2E1-9EBDFE3B2EC9}">
  <ds:schemaRefs/>
</ds:datastoreItem>
</file>

<file path=customXml/itemProps6.xml><?xml version="1.0" encoding="utf-8"?>
<ds:datastoreItem xmlns:ds="http://schemas.openxmlformats.org/officeDocument/2006/customXml" ds:itemID="{2787D297-F4A9-4F4F-A0DC-64E0327EC3DD}">
  <ds:schemaRefs/>
</ds:datastoreItem>
</file>

<file path=customXml/itemProps7.xml><?xml version="1.0" encoding="utf-8"?>
<ds:datastoreItem xmlns:ds="http://schemas.openxmlformats.org/officeDocument/2006/customXml" ds:itemID="{9CE3624A-F2C2-49FF-972D-65424A45BA23}">
  <ds:schemaRefs/>
</ds:datastoreItem>
</file>

<file path=customXml/itemProps8.xml><?xml version="1.0" encoding="utf-8"?>
<ds:datastoreItem xmlns:ds="http://schemas.openxmlformats.org/officeDocument/2006/customXml" ds:itemID="{23161D8C-66EE-4E13-8BB9-085E7D5FB471}">
  <ds:schemaRefs/>
</ds:datastoreItem>
</file>

<file path=customXml/itemProps9.xml><?xml version="1.0" encoding="utf-8"?>
<ds:datastoreItem xmlns:ds="http://schemas.openxmlformats.org/officeDocument/2006/customXml" ds:itemID="{0BA25E00-347A-47BD-B41A-AE3233A54933}">
  <ds:schemaRefs/>
</ds:datastoreItem>
</file>

<file path=customXml/itemProps10.xml><?xml version="1.0" encoding="utf-8"?>
<ds:datastoreItem xmlns:ds="http://schemas.openxmlformats.org/officeDocument/2006/customXml" ds:itemID="{91DBBF60-DFC1-4210-9B49-A158A327A9AA}">
  <ds:schemaRefs/>
</ds:datastoreItem>
</file>

<file path=customXml/itemProps11.xml><?xml version="1.0" encoding="utf-8"?>
<ds:datastoreItem xmlns:ds="http://schemas.openxmlformats.org/officeDocument/2006/customXml" ds:itemID="{9FFAFBF7-75C1-4CC2-885F-DC969969CEC4}">
  <ds:schemaRefs/>
</ds:datastoreItem>
</file>

<file path=customXml/itemProps12.xml><?xml version="1.0" encoding="utf-8"?>
<ds:datastoreItem xmlns:ds="http://schemas.openxmlformats.org/officeDocument/2006/customXml" ds:itemID="{396AB8C1-B9BA-4214-8929-04C5F09E1EF5}">
  <ds:schemaRefs/>
</ds:datastoreItem>
</file>

<file path=customXml/itemProps13.xml><?xml version="1.0" encoding="utf-8"?>
<ds:datastoreItem xmlns:ds="http://schemas.openxmlformats.org/officeDocument/2006/customXml" ds:itemID="{5F68C4CF-8A47-42D2-A8AF-D78B8EE1366A}">
  <ds:schemaRefs/>
</ds:datastoreItem>
</file>

<file path=customXml/itemProps14.xml><?xml version="1.0" encoding="utf-8"?>
<ds:datastoreItem xmlns:ds="http://schemas.openxmlformats.org/officeDocument/2006/customXml" ds:itemID="{C4BDD9F1-A296-43F0-87C9-9ED5112B1DE9}">
  <ds:schemaRefs/>
</ds:datastoreItem>
</file>

<file path=customXml/itemProps15.xml><?xml version="1.0" encoding="utf-8"?>
<ds:datastoreItem xmlns:ds="http://schemas.openxmlformats.org/officeDocument/2006/customXml" ds:itemID="{736B4350-4695-48C9-ABBD-04A9183CC854}">
  <ds:schemaRefs/>
</ds:datastoreItem>
</file>

<file path=customXml/itemProps16.xml><?xml version="1.0" encoding="utf-8"?>
<ds:datastoreItem xmlns:ds="http://schemas.openxmlformats.org/officeDocument/2006/customXml" ds:itemID="{72DF2C5D-B36B-46DB-944A-9ABB491F1AE9}">
  <ds:schemaRefs/>
</ds:datastoreItem>
</file>

<file path=customXml/itemProps17.xml><?xml version="1.0" encoding="utf-8"?>
<ds:datastoreItem xmlns:ds="http://schemas.openxmlformats.org/officeDocument/2006/customXml" ds:itemID="{04D23B8B-F787-42A6-826A-A23685FD722F}">
  <ds:schemaRefs/>
</ds:datastoreItem>
</file>

<file path=customXml/itemProps18.xml><?xml version="1.0" encoding="utf-8"?>
<ds:datastoreItem xmlns:ds="http://schemas.openxmlformats.org/officeDocument/2006/customXml" ds:itemID="{370DB614-0854-4C7A-810B-24698BD3799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275</TotalTime>
  <Words>33</Words>
  <Application>Microsoft Office PowerPoint</Application>
  <PresentationFormat>Widescreen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Gill Sans MT</vt:lpstr>
      <vt:lpstr>Wingdings 2</vt:lpstr>
      <vt:lpstr>Custom</vt:lpstr>
      <vt:lpstr>Test</vt:lpstr>
      <vt:lpstr>Tech Requirements</vt:lpstr>
      <vt:lpstr>Competitive Landscape</vt:lpstr>
      <vt:lpstr>Tech Requirements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Vakkapatla</dc:creator>
  <cp:lastModifiedBy>Malvika Shahi</cp:lastModifiedBy>
  <cp:revision>5</cp:revision>
  <dcterms:created xsi:type="dcterms:W3CDTF">2026-07-13T07:10:32Z</dcterms:created>
  <dcterms:modified xsi:type="dcterms:W3CDTF">2026-07-13T16:24:38Z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